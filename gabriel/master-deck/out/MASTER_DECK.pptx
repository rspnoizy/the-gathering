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architectural_foundation]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Master domain routing — how noizy.ai distributes traffic to the 6 brands]</a:t>
            </a:r>
          </a:p>
          <a:p>
            <a:r>
              <a:t>[INDEX: 1/4]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architectural_foundation]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Sub-brand architecture — separate React PWAs vs monorepo sections]</a:t>
            </a:r>
          </a:p>
          <a:p>
            <a:r>
              <a:t>[INDEX: 2/4]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architectural_foundation]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API surface — is api.noizy.ai a single endpoint or multiple services]</a:t>
            </a:r>
          </a:p>
          <a:p>
            <a:r>
              <a:t>[INDEX: 3/4]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architectural_foundation]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GABRIEL agent role — routing, personalization, content curation, user auth]</a:t>
            </a:r>
          </a:p>
          <a:p>
            <a:r>
              <a:t>[INDEX: 4/4]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database_state]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D1 schema for agent-memory (b5b58cc9-1f37-4000-adc5-12f9e419662f) — user profiles, content metadata, agent state, brand-specific data]</a:t>
            </a:r>
          </a:p>
          <a:p>
            <a:r>
              <a:t>[INDEX: 1/4]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database_state]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Data relationships — how 6 brands share or isolate data]</a:t>
            </a:r>
          </a:p>
          <a:p>
            <a:r>
              <a:t>[INDEX: 2/4]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database_state]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Authentication — JWT, OAuth, Cloudflare Access, or custom]</a:t>
            </a:r>
          </a:p>
          <a:p>
            <a:r>
              <a:t>[INDEX: 3/4]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database_state]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User session storage — D1, Durable Objects, or KV]</a:t>
            </a:r>
          </a:p>
          <a:p>
            <a:r>
              <a:t>[INDEX: 4/4]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av_assets]</a:t>
            </a:r>
          </a:p>
          <a:p>
            <a:r>
              <a:t>[STATUS: IN_FLIGHT]</a:t>
            </a:r>
          </a:p>
          <a:p>
            <a:r>
              <a:t>[OWNER: RSP]</a:t>
            </a:r>
          </a:p>
          <a:p>
            <a:r>
              <a:t>[CLAIM: Storage location — Cloudflare R2 (recommended) or external CDN]</a:t>
            </a:r>
          </a:p>
          <a:p>
            <a:r>
              <a:t>[INDEX: 1/6]</a:t>
            </a:r>
          </a:p>
          <a:p>
            <a:r>
              <a:t>[NOTE: BLOCK 2 on critical path — enable R2 for voice storage]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av_assets]</a:t>
            </a:r>
          </a:p>
          <a:p>
            <a:r>
              <a:t>[STATUS: OPEN]</a:t>
            </a:r>
          </a:p>
          <a:p>
            <a:r>
              <a:t>[OWNER: DREAM]</a:t>
            </a:r>
          </a:p>
          <a:p>
            <a:r>
              <a:t>[CLAIM: Asset organization — by brand, by content type, or by creator]</a:t>
            </a:r>
          </a:p>
          <a:p>
            <a:r>
              <a:t>[INDEX: 2/6]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av_assets]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Streaming protocol — HLS, DASH, or progressive download]</a:t>
            </a:r>
          </a:p>
          <a:p>
            <a:r>
              <a:t>[INDEX: 3/6]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av_assets]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Origin servers — where assets originate before hitting CDN]</a:t>
            </a:r>
          </a:p>
          <a:p>
            <a:r>
              <a:t>[INDEX: 4/6]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av_assets]</a:t>
            </a:r>
          </a:p>
          <a:p>
            <a:r>
              <a:t>[STATUS: OPEN]</a:t>
            </a:r>
          </a:p>
          <a:p>
            <a:r>
              <a:t>[OWNER: RSP]</a:t>
            </a:r>
          </a:p>
          <a:p>
            <a:r>
              <a:t>[CLAIM: Bandwidth/scale — expected monthly traffic, peak concurrent streams]</a:t>
            </a:r>
          </a:p>
          <a:p>
            <a:r>
              <a:t>[INDEX: 5/6]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av_assets]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DRM/encryption — content protection requirements]</a:t>
            </a:r>
          </a:p>
          <a:p>
            <a:r>
              <a:t>[INDEX: 6/6]</a:t>
            </a:r>
          </a:p>
          <a:p>
            <a:r>
              <a:t>[NOTE: Ties to 3-layer watermarking skill + C2PA + Voice DNA vault]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cloudflare_config]</a:t>
            </a:r>
          </a:p>
          <a:p>
            <a:r>
              <a:t>[STATUS: IN_FLIGHT]</a:t>
            </a:r>
          </a:p>
          <a:p>
            <a:r>
              <a:t>[OWNER: RSP]</a:t>
            </a:r>
          </a:p>
          <a:p>
            <a:r>
              <a:t>[CLAIM: Email security — DMARC, SPF, DKIM enforcement + email routing]</a:t>
            </a:r>
          </a:p>
          <a:p>
            <a:r>
              <a:t>[INDEX: 1/6]</a:t>
            </a:r>
          </a:p>
          <a:p>
            <a:r>
              <a:t>[NOTE: Per memory: email routing gaps on noizykidz + noizyvox]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cloudflare_config]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Workers deployment — how many Workers and cron triggers]</a:t>
            </a:r>
          </a:p>
          <a:p>
            <a:r>
              <a:t>[INDEX: 2/6]</a:t>
            </a:r>
          </a:p>
          <a:p>
            <a:r>
              <a:t>[NOTE: Heaven live. noizy-landing live. MCP worker on mcp.noizy.ai pending.]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cloudflare_config]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Rate limiting &amp; WAF — protection rules for api.noizy.ai]</a:t>
            </a:r>
          </a:p>
          <a:p>
            <a:r>
              <a:t>[INDEX: 3/6]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cloudflare_config]</a:t>
            </a:r>
          </a:p>
          <a:p>
            <a:r>
              <a:t>[STATUS: IN_FLIGHT]</a:t>
            </a:r>
          </a:p>
          <a:p>
            <a:r>
              <a:t>[OWNER: KEITH]</a:t>
            </a:r>
          </a:p>
          <a:p>
            <a:r>
              <a:t>[CLAIM: Cache strategy — TTLs for static assets, API responses, media streams]</a:t>
            </a:r>
          </a:p>
          <a:p>
            <a:r>
              <a:t>[INDEX: 4/6]</a:t>
            </a:r>
          </a:p>
          <a:p>
            <a:r>
              <a:t>[NOTE: Heaven KV cache: health 30s, actors 5min, rate-table 10min, union-tiers 1hr]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cloudflare_config]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Durable Objects — real-time features, collaboration, live streams, agent persistence]</a:t>
            </a:r>
          </a:p>
          <a:p>
            <a:r>
              <a:t>[INDEX: 5/6]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cloudflare_config]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KV vs D1 split — what goes where]</a:t>
            </a:r>
          </a:p>
          <a:p>
            <a:r>
              <a:t>[INDEX: 6/6]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react_pwa]</a:t>
            </a:r>
          </a:p>
          <a:p>
            <a:r>
              <a:t>[STATUS: OPEN]</a:t>
            </a:r>
          </a:p>
          <a:p>
            <a:r>
              <a:t>[OWNER: SHIRL]</a:t>
            </a:r>
          </a:p>
          <a:p>
            <a:r>
              <a:t>[CLAIM: Framework/tooling — CRA, Vite, Next.js, or custom]</a:t>
            </a:r>
          </a:p>
          <a:p>
            <a:r>
              <a:t>[INDEX: 1/5]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react_pwa]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Build &amp; deployment — Cloudflare Pages, Workers, or custom]</a:t>
            </a:r>
          </a:p>
          <a:p>
            <a:r>
              <a:t>[INDEX: 2/5]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react_pwa]</a:t>
            </a:r>
          </a:p>
          <a:p>
            <a:r>
              <a:t>[STATUS: OPEN]</a:t>
            </a:r>
          </a:p>
          <a:p>
            <a:r>
              <a:t>[OWNER: SHIRL]</a:t>
            </a:r>
          </a:p>
          <a:p>
            <a:r>
              <a:t>[CLAIM: State management — Redux, Zustand, Context API, or other]</a:t>
            </a:r>
          </a:p>
          <a:p>
            <a:r>
              <a:t>[INDEX: 3/5]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react_pwa]</a:t>
            </a:r>
          </a:p>
          <a:p>
            <a:r>
              <a:t>[STATUS: OPEN]</a:t>
            </a:r>
          </a:p>
          <a:p>
            <a:r>
              <a:t>[OWNER: SHIRL]</a:t>
            </a:r>
          </a:p>
          <a:p>
            <a:r>
              <a:t>[CLAIM: Offline capability — Service Workers for offline-first PWAs]</a:t>
            </a:r>
          </a:p>
          <a:p>
            <a:r>
              <a:t>[INDEX: 4/5]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react_pwa]</a:t>
            </a:r>
          </a:p>
          <a:p>
            <a:r>
              <a:t>[STATUS: OPEN]</a:t>
            </a:r>
          </a:p>
          <a:p>
            <a:r>
              <a:t>[OWNER: DREAM]</a:t>
            </a:r>
          </a:p>
          <a:p>
            <a:r>
              <a:t>[CLAIM: Brand-specific features — shared core UI vs distinct per-brand]</a:t>
            </a:r>
          </a:p>
          <a:p>
            <a:r>
              <a:t>[INDEX: 5/5]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ios_swift]</a:t>
            </a:r>
          </a:p>
          <a:p>
            <a:r>
              <a:t>[STATUS: IN_FLIGHT]</a:t>
            </a:r>
          </a:p>
          <a:p>
            <a:r>
              <a:t>[OWNER: LUCY]</a:t>
            </a:r>
          </a:p>
          <a:p>
            <a:r>
              <a:t>[CLAIM: iOS app purpose — what it does that PWAs don't]</a:t>
            </a:r>
          </a:p>
          <a:p>
            <a:r>
              <a:t>[INDEX: 1/5]</a:t>
            </a:r>
          </a:p>
          <a:p>
            <a:r>
              <a:t>[NOTE: LUCY native SwiftUI app exists at GABRIEL/ios/LUCY/]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ios_swift]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API authentication — how iOS authenticates to api.noizy.ai]</a:t>
            </a:r>
          </a:p>
          <a:p>
            <a:r>
              <a:t>[INDEX: 2/5]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ios_swift]</a:t>
            </a:r>
          </a:p>
          <a:p>
            <a:r>
              <a:t>[STATUS: OPEN]</a:t>
            </a:r>
          </a:p>
          <a:p>
            <a:r>
              <a:t>[OWNER: LUCY]</a:t>
            </a:r>
          </a:p>
          <a:p>
            <a:r>
              <a:t>[CLAIM: Local caching — SQLite, Core Data, or API-driven]</a:t>
            </a:r>
          </a:p>
          <a:p>
            <a:r>
              <a:t>[INDEX: 3/5]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ios_swift]</a:t>
            </a:r>
          </a:p>
          <a:p>
            <a:r>
              <a:t>[STATUS: OPEN]</a:t>
            </a:r>
          </a:p>
          <a:p>
            <a:r>
              <a:t>[OWNER: LUCY]</a:t>
            </a:r>
          </a:p>
          <a:p>
            <a:r>
              <a:t>[CLAIM: Real-time updates — WebSocket, polling, or push notifications]</a:t>
            </a:r>
          </a:p>
          <a:p>
            <a:r>
              <a:t>[INDEX: 4/5]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ios_swift]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Asset delivery — same CDN as web or separate iOS path]</a:t>
            </a:r>
          </a:p>
          <a:p>
            <a:r>
              <a:t>[INDEX: 5/5]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cicd]</a:t>
            </a:r>
          </a:p>
          <a:p>
            <a:r>
              <a:t>[STATUS: IN_FLIGHT]</a:t>
            </a:r>
          </a:p>
          <a:p>
            <a:r>
              <a:t>[OWNER: RSP]</a:t>
            </a:r>
          </a:p>
          <a:p>
            <a:r>
              <a:t>[CLAIM: Source control — GitHub, GitLab, or other]</a:t>
            </a:r>
          </a:p>
          <a:p>
            <a:r>
              <a:t>[INDEX: 1/5]</a:t>
            </a:r>
          </a:p>
          <a:p>
            <a:r>
              <a:t>[NOTE: GitHub — BLOCK 5: consolidate under noizy-anthropic org]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cicd]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Deployment workflow — manual, GitHub Actions, Wrangler CLI, automated]</a:t>
            </a:r>
          </a:p>
          <a:p>
            <a:r>
              <a:t>[INDEX: 2/5]</a:t>
            </a:r>
          </a:p>
          <a:p>
            <a:r>
              <a:t>[NOTE: Wrangler CLI in use today. Actions/automation pending.]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cicd]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Environments — dev, staging, production separation]</a:t>
            </a:r>
          </a:p>
          <a:p>
            <a:r>
              <a:t>[INDEX: 3/5]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cicd]</a:t>
            </a:r>
          </a:p>
          <a:p>
            <a:r>
              <a:t>[STATUS: IN_FLIGHT]</a:t>
            </a:r>
          </a:p>
          <a:p>
            <a:r>
              <a:t>[OWNER: SHIRL]</a:t>
            </a:r>
          </a:p>
          <a:p>
            <a:r>
              <a:t>[CLAIM: Testing — unit, integration, e2e requirements]</a:t>
            </a:r>
          </a:p>
          <a:p>
            <a:r>
              <a:t>[INDEX: 4/5]</a:t>
            </a:r>
          </a:p>
          <a:p>
            <a:r>
              <a:t>[NOTE: smoke_test.sh 22/22 passing. Unit/integration coverage gaps.]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cicd]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Rollback strategy — failed deployment recovery]</a:t>
            </a:r>
          </a:p>
          <a:p>
            <a:r>
              <a:t>[INDEX: 5/5]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security_compliance]</a:t>
            </a:r>
          </a:p>
          <a:p>
            <a:r>
              <a:t>[STATUS: OPEN]</a:t>
            </a:r>
          </a:p>
          <a:p>
            <a:r>
              <a:t>[OWNER: POPS]</a:t>
            </a:r>
          </a:p>
          <a:p>
            <a:r>
              <a:t>[CLAIM: Data privacy — GDPR, CCPA, Quebec Law 25, other regulations]</a:t>
            </a:r>
          </a:p>
          <a:p>
            <a:r>
              <a:t>[INDEX: 1/5]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security_compliance]</a:t>
            </a:r>
          </a:p>
          <a:p>
            <a:r>
              <a:t>[STATUS: OPEN]</a:t>
            </a:r>
          </a:p>
          <a:p>
            <a:r>
              <a:t>[OWNER: FAMILY]</a:t>
            </a:r>
          </a:p>
          <a:p>
            <a:r>
              <a:t>[CLAIM: Content moderation — manual, AI-automated, or hybrid]</a:t>
            </a:r>
          </a:p>
          <a:p>
            <a:r>
              <a:t>[INDEX: 2/5]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security_compliance]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User permissions — RBAC for admins, creators, users]</a:t>
            </a:r>
          </a:p>
          <a:p>
            <a:r>
              <a:t>[INDEX: 3/5]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security_compliance]</a:t>
            </a:r>
          </a:p>
          <a:p>
            <a:r>
              <a:t>[STATUS: IN_FLIGHT]</a:t>
            </a:r>
          </a:p>
          <a:p>
            <a:r>
              <a:t>[OWNER: KEITH]</a:t>
            </a:r>
          </a:p>
          <a:p>
            <a:r>
              <a:t>[CLAIM: API rate limiting — per-user, per-IP, or per-brand]</a:t>
            </a:r>
          </a:p>
          <a:p>
            <a:r>
              <a:t>[INDEX: 4/5]</a:t>
            </a:r>
          </a:p>
          <a:p>
            <a:r>
              <a:t>[NOTE: Heaven: 60 req/min/IP via KV. Needs per-brand policy.]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security_compliance]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Secrets management — API keys, D1 credentials, Anthropic keys]</a:t>
            </a:r>
          </a:p>
          <a:p>
            <a:r>
              <a:t>[INDEX: 5/5]</a:t>
            </a:r>
          </a:p>
          <a:p>
            <a:r>
              <a:t>[NOTE: wrangler secret + .env. No secrets in git. BLOCK 3: ANTHROPIC_API_KEY on GOD needs fix.]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monitoring]</a:t>
            </a:r>
          </a:p>
          <a:p>
            <a:r>
              <a:t>[STATUS: OPEN]</a:t>
            </a:r>
          </a:p>
          <a:p>
            <a:r>
              <a:t>[OWNER: SHIRL]</a:t>
            </a:r>
          </a:p>
          <a:p>
            <a:r>
              <a:t>[CLAIM: Error tracking — Sentry, LogRocket, or Cloudflare Logpush]</a:t>
            </a:r>
          </a:p>
          <a:p>
            <a:r>
              <a:t>[INDEX: 1/4]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monitoring]</a:t>
            </a:r>
          </a:p>
          <a:p>
            <a:r>
              <a:t>[STATUS: OPEN]</a:t>
            </a:r>
          </a:p>
          <a:p>
            <a:r>
              <a:t>[OWNER: KEITH]</a:t>
            </a:r>
          </a:p>
          <a:p>
            <a:r>
              <a:t>[CLAIM: Performance KPIs — load time, stream latency, API response time]</a:t>
            </a:r>
          </a:p>
          <a:p>
            <a:r>
              <a:t>[INDEX: 2/4]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monitoring]</a:t>
            </a:r>
          </a:p>
          <a:p>
            <a:r>
              <a:t>[STATUS: OPEN]</a:t>
            </a:r>
          </a:p>
          <a:p>
            <a:r>
              <a:t>[OWNER: DREAM]</a:t>
            </a:r>
          </a:p>
          <a:p>
            <a:r>
              <a:t>[CLAIM: Analytics — user behavior tracking, brand-specific analytics]</a:t>
            </a:r>
          </a:p>
          <a:p>
            <a:r>
              <a:t>[INDEX: 3/4]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monitoring]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Uptime monitoring — ping checks, synthetic tests, Cloudflare alerts]</a:t>
            </a:r>
          </a:p>
          <a:p>
            <a:r>
              <a:t>[INDEX: 4/4]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content_management]</a:t>
            </a:r>
          </a:p>
          <a:p>
            <a:r>
              <a:t>[STATUS: OPEN]</a:t>
            </a:r>
          </a:p>
          <a:p>
            <a:r>
              <a:t>[OWNER: DREAM]</a:t>
            </a:r>
          </a:p>
          <a:p>
            <a:r>
              <a:t>[CLAIM: Admin interface — who uploads and manages audio, video, text]</a:t>
            </a:r>
          </a:p>
          <a:p>
            <a:r>
              <a:t>[INDEX: 1/4]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content_management]</a:t>
            </a:r>
          </a:p>
          <a:p>
            <a:r>
              <a:t>[STATUS: OPEN]</a:t>
            </a:r>
          </a:p>
          <a:p>
            <a:r>
              <a:t>[OWNER: DREAM]</a:t>
            </a:r>
          </a:p>
          <a:p>
            <a:r>
              <a:t>[CLAIM: Content organization — taxonomy, tagging, collections, playlists]</a:t>
            </a:r>
          </a:p>
          <a:p>
            <a:r>
              <a:t>[INDEX: 2/4]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content_management]</a:t>
            </a:r>
          </a:p>
          <a:p>
            <a:r>
              <a:t>[STATUS: OPEN]</a:t>
            </a:r>
          </a:p>
          <a:p>
            <a:r>
              <a:t>[OWNER: GABRIEL]</a:t>
            </a:r>
          </a:p>
          <a:p>
            <a:r>
              <a:t>[CLAIM: Publishing workflow — draft → review → publish, or direct publish]</a:t>
            </a:r>
          </a:p>
          <a:p>
            <a:r>
              <a:t>[INDEX: 3/4]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content_management]</a:t>
            </a:r>
          </a:p>
          <a:p>
            <a:r>
              <a:t>[STATUS: OPEN]</a:t>
            </a:r>
          </a:p>
          <a:p>
            <a:r>
              <a:t>[OWNER: RSP]</a:t>
            </a:r>
          </a:p>
          <a:p>
            <a:r>
              <a:t>[CLAIM: Multi-language support — French for .ca domains, other localizations]</a:t>
            </a:r>
          </a:p>
          <a:p>
            <a:r>
              <a:t>[INDEX: 4/4]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integrations]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Anthropic APIs — which Claude models for GABRIEL]</a:t>
            </a:r>
          </a:p>
          <a:p>
            <a:r>
              <a:t>[INDEX: 1/3]</a:t>
            </a:r>
          </a:p>
          <a:p>
            <a:r>
              <a:t>[NOTE: Claude Opus 4.7 primary; Sonnet 4.6 and Haiku 4.5 for specialists.]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integrations]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MCP server hosting — Cloudflare Workers, VPS, or GOD.local]</a:t>
            </a:r>
          </a:p>
          <a:p>
            <a:r>
              <a:t>[INDEX: 2/3]</a:t>
            </a:r>
          </a:p>
          <a:p>
            <a:r>
              <a:t>[NOTE: 12 local MCPs on GOD.local. Remote MCP on mcp.noizy.ai per mcp-builder rule.]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integrations]</a:t>
            </a:r>
          </a:p>
          <a:p>
            <a:r>
              <a:t>[STATUS: OPEN]</a:t>
            </a:r>
          </a:p>
          <a:p>
            <a:r>
              <a:t>[OWNER: RSP]</a:t>
            </a:r>
          </a:p>
          <a:p>
            <a:r>
              <a:t>[CLAIM: Third-party services — Stripe (payments), SendGrid (email), Slack (notifications)]</a:t>
            </a:r>
          </a:p>
          <a:p>
            <a:r>
              <a:t>[INDEX: 3/3]</a:t>
            </a:r>
          </a:p>
          <a:p>
            <a:r>
              <a:t>[NOTE: 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current_state]</a:t>
            </a:r>
          </a:p>
          <a:p>
            <a:r>
              <a:t>[STATUS: PROVEN]</a:t>
            </a:r>
          </a:p>
          <a:p>
            <a:r>
              <a:t>[OWNER: RSP]</a:t>
            </a:r>
          </a:p>
          <a:p>
            <a:r>
              <a:t>[CLAIM: What's already built — Wrangler project, GABRIEL code, D1 migrations, React PWAs, Swift app, Pages/Workers]</a:t>
            </a:r>
          </a:p>
          <a:p>
            <a:r>
              <a:t>[INDEX: 1/3]</a:t>
            </a:r>
          </a:p>
          <a:p>
            <a:r>
              <a:t>[NOTE: ]</a:t>
            </a:r>
          </a:p>
          <a:p>
            <a:r>
              <a:t>[PROOF: Heaven v18.0.0 @ heaven.rsp-5f3.workers.dev (43 endpoints, 19 D1 tables, 9 Never Clauses). GABRIEL daemon :9777. DreamChamber :7777. 12 MCPs. 21 skills. 10 agents. noizy-landing live. LUCY iOS compiled.]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current_state]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What's missing — gaps to close before shipping]</a:t>
            </a:r>
          </a:p>
          <a:p>
            <a:r>
              <a:t>[INDEX: 2/3]</a:t>
            </a:r>
          </a:p>
          <a:p>
            <a:r>
              <a:t>[NOTE: 6 critical path blocks: GoDaddy exit, real consent kernel, R2, ANTHROPIC_API_KEY, CF API token, GitHub consolidation.]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current_state]</a:t>
            </a:r>
          </a:p>
          <a:p>
            <a:r>
              <a:t>[STATUS: IN_FLIGHT]</a:t>
            </a:r>
          </a:p>
          <a:p>
            <a:r>
              <a:t>[OWNER: RSP]</a:t>
            </a:r>
          </a:p>
          <a:p>
            <a:r>
              <a:t>[CLAIM: Known blockers — items preventing forward motion]</a:t>
            </a:r>
          </a:p>
          <a:p>
            <a:r>
              <a:t>[INDEX: 3/3]</a:t>
            </a:r>
          </a:p>
          <a:p>
            <a:r>
              <a:t>[NOTE: BLOCK 0 (GoDaddy) gates 4 domain transfers. Auth conflict on dual CF identities.]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dreamchamber_execution]</a:t>
            </a:r>
          </a:p>
          <a:p>
            <a:r>
              <a:t>[STATUS: PROVEN]</a:t>
            </a:r>
          </a:p>
          <a:p>
            <a:r>
              <a:t>[OWNER: RSP]</a:t>
            </a:r>
          </a:p>
          <a:p>
            <a:r>
              <a:t>[CLAIM: Workflow — how ideas from DreamChamber flow into code]</a:t>
            </a:r>
          </a:p>
          <a:p>
            <a:r>
              <a:t>[INDEX: 1/3]</a:t>
            </a:r>
          </a:p>
          <a:p>
            <a:r>
              <a:t>[NOTE: ]</a:t>
            </a:r>
          </a:p>
          <a:p>
            <a:r>
              <a:t>[PROOF: Voice-first (mlx_whisper → Claude towers → GABRIEL → code). DreamChamber :7777 is the ideation surface.]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dreamchamber_execution]</a:t>
            </a:r>
          </a:p>
          <a:p>
            <a:r>
              <a:t>[STATUS: PROVEN]</a:t>
            </a:r>
          </a:p>
          <a:p>
            <a:r>
              <a:t>[OWNER: RSP]</a:t>
            </a:r>
          </a:p>
          <a:p>
            <a:r>
              <a:t>[CLAIM: Documentation format — markdown specs, PPTX, Figma, natural language chat]</a:t>
            </a:r>
          </a:p>
          <a:p>
            <a:r>
              <a:t>[INDEX: 2/3]</a:t>
            </a:r>
          </a:p>
          <a:p>
            <a:r>
              <a:t>[NOTE: ]</a:t>
            </a:r>
          </a:p>
          <a:p>
            <a:r>
              <a:t>[PROOF: THIS deck is the answer — MASTER_DECK.pptx is the canonical realtime comms surface. Markdown in CLAUDE.md + rules/ for machine law.]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dreamchamber_execution]</a:t>
            </a:r>
          </a:p>
          <a:p>
            <a:r>
              <a:t>[STATUS: PROVEN]</a:t>
            </a:r>
          </a:p>
          <a:p>
            <a:r>
              <a:t>[OWNER: RSP]</a:t>
            </a:r>
          </a:p>
          <a:p>
            <a:r>
              <a:t>[CLAIM: Team structure — who builds what]</a:t>
            </a:r>
          </a:p>
          <a:p>
            <a:r>
              <a:t>[INDEX: 3/3]</a:t>
            </a:r>
          </a:p>
          <a:p>
            <a:r>
              <a:t>[NOTE: ]</a:t>
            </a:r>
          </a:p>
          <a:p>
            <a:r>
              <a:t>[PROOF: One human (RSP) + AI family: Claude (this), GABRIEL (orchestration), LUCY (archives), SHIRL (code), POPS (wisdom), KEITH (engineering), DREAM (content), CB01 (deploy), FAMILY (governance), Copilot (pair programming).]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Identity Lock — Cloudflare Access policy for gabriel.noizy.ai restricted to RSP only]</a:t>
            </a:r>
          </a:p>
          <a:p>
            <a:r>
              <a:t>[INDEX: 1/7]</a:t>
            </a:r>
          </a:p>
          <a:p>
            <a:r>
              <a:t>[NOTE: Config drafted at cloudflare/access/gabriel-access-policy.md. RSP applies via dashboard or API. Rule: email == rsp@noizy.ai AND (optional) mTLS client cert.]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IN_FLIGHT]</a:t>
            </a:r>
          </a:p>
          <a:p>
            <a:r>
              <a:t>[OWNER: RSP]</a:t>
            </a:r>
          </a:p>
          <a:p>
            <a:r>
              <a:t>[CLAIM: Missing Links — onboard thewisdomproject.com to Cloudflare + route under noizy.ai]</a:t>
            </a:r>
          </a:p>
          <a:p>
            <a:r>
              <a:t>[INDEX: 2/7]</a:t>
            </a:r>
          </a:p>
          <a:p>
            <a:r>
              <a:t>[NOTE: Part of GoDaddy exit (BLOCK 0). DNS → Cloudflare → Workers route → email alias rsp@noizy.ai.]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IN_FLIGHT]</a:t>
            </a:r>
          </a:p>
          <a:p>
            <a:r>
              <a:t>[OWNER: LUCY]</a:t>
            </a:r>
          </a:p>
          <a:p>
            <a:r>
              <a:t>[CLAIM: Missing Links — onboard theaquarium.com (LUCY's archive surface)]</a:t>
            </a:r>
          </a:p>
          <a:p>
            <a:r>
              <a:t>[INDEX: 3/7]</a:t>
            </a:r>
          </a:p>
          <a:p>
            <a:r>
              <a:t>[NOTE: Currently internal PWA at /lucy. Promote to public domain with same onboard pattern as wisdomproject.]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IN_FLIGHT]</a:t>
            </a:r>
          </a:p>
          <a:p>
            <a:r>
              <a:t>[OWNER: KEITH]</a:t>
            </a:r>
          </a:p>
          <a:p>
            <a:r>
              <a:t>[CLAIM: D1 Migration — add brand_affinity column to agent-memory so agents know which persona per domain]</a:t>
            </a:r>
          </a:p>
          <a:p>
            <a:r>
              <a:t>[INDEX: 4/7]</a:t>
            </a:r>
          </a:p>
          <a:p>
            <a:r>
              <a:t>[NOTE: Migration at ops/migrations/002_brand_affinity.sql. Apply with: npx wrangler d1 execute gabriel_db --remote --file ops/migrations/002_brand_affinity.sql]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PROVEN]</a:t>
            </a:r>
          </a:p>
          <a:p>
            <a:r>
              <a:t>[OWNER: GABRIEL]</a:t>
            </a:r>
          </a:p>
          <a:p>
            <a:r>
              <a:t>[CLAIM: BUILD THE ALPHABET — 26-letter portrait framework + alphabet badge on every slide]</a:t>
            </a:r>
          </a:p>
          <a:p>
            <a:r>
              <a:t>[INDEX: 5/7]</a:t>
            </a:r>
          </a:p>
          <a:p>
            <a:r>
              <a:t>[NOTE: ]</a:t>
            </a:r>
          </a:p>
          <a:p>
            <a:r>
              <a:t>[PROOF: Alphabet section below + ALPHABET dict in build_master_deck.py. 10 LOCKED anchors, 16 PROVISIONAL doors. Badge strip on every slide.]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GABRIEL Worker scaffold — gabriel.noizy.ai with decision pipeline + consent logging + memcells]</a:t>
            </a:r>
          </a:p>
          <a:p>
            <a:r>
              <a:t>[INDEX: 6/7]</a:t>
            </a:r>
          </a:p>
          <a:p>
            <a:r>
              <a:t>[NOTE: Scaffold at cloudflare/workers/gabriel/ (index.ts, wrangler.jsonc, schema-expected.sql, smoke-test.sh). Endpoints: /health /gospel /agents /decide /consent/{log,query,revoke} /memory. ⚠️ 4 IDs in wrangler.jsonc mismatch CLAUDE.md canonical — RSP must resolve (BLOCK 4) before deploy. Deploy: npx wrangler deploy. Smoke: ./smoke-test.sh]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[SECTION: active_missions]</a:t>
            </a:r>
          </a:p>
          <a:p>
            <a:r>
              <a:t>[STATUS: IN_FLIGHT]</a:t>
            </a:r>
          </a:p>
          <a:p>
            <a:r>
              <a:t>[OWNER: GABRIEL]</a:t>
            </a:r>
          </a:p>
          <a:p>
            <a:r>
              <a:t>[CLAIM: Consent logging live — /consent/log + /consent/query + /consent/revoke (Kill Switch)]</a:t>
            </a:r>
          </a:p>
          <a:p>
            <a:r>
              <a:t>[INDEX: 7/7]</a:t>
            </a:r>
          </a:p>
          <a:p>
            <a:r>
              <a:t>[NOTE: Implementation complete in index.ts. Writes to consent_log table (append-only). /consent/revoke implements Kill Switch: deactivates all active consent_tokens for an actor + fires webhook. Requires schema-expected.sql applied to agent-memory D1.]</a:t>
            </a:r>
          </a:p>
          <a:p>
            <a:r>
              <a:t>[PROOF: 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A]</a:t>
            </a:r>
          </a:p>
          <a:p>
            <a:r>
              <a:t>[NAME: ATC]</a:t>
            </a:r>
          </a:p>
          <a:p>
            <a:r>
              <a:t>[STATUS: LOCKED]</a:t>
            </a:r>
          </a:p>
          <a:p>
            <a:r>
              <a:t>[IDENTITY: Agent Traffic Control — dispatcher that routes missions to the right specialist.]</a:t>
            </a:r>
          </a:p>
          <a:p>
            <a:r>
              <a:t>[SURFACE: Agent router (currently performed by GABRIEL; to be formalized).]</a:t>
            </a:r>
          </a:p>
          <a:p>
            <a:r>
              <a:t>[GOVERNS: Agent dispatch, mission routing, concurrency ceiling, queue depth.]</a:t>
            </a:r>
          </a:p>
          <a:p>
            <a:r>
              <a:t>[SIGNATURE: Cleared for approach. Runway G.]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B]</a:t>
            </a:r>
          </a:p>
          <a:p>
            <a:r>
              <a:t>[NAME: NOIZYBEAST]</a:t>
            </a:r>
          </a:p>
          <a:p>
            <a:r>
              <a:t>[STATUS: LOCKED]</a:t>
            </a:r>
          </a:p>
          <a:p>
            <a:r>
              <a:t>[IDENTITY: VS Code extension — voice trigger + GABRIEL send + command center.]</a:t>
            </a:r>
          </a:p>
          <a:p>
            <a:r>
              <a:t>[SURFACE: NOIZYBEAST v4.0 (compiled) · 26 commands armed.]</a:t>
            </a:r>
          </a:p>
          <a:p>
            <a:r>
              <a:t>[GOVERNS: IDE-level agent invocation, voice-to-code, command palette.]</a:t>
            </a:r>
          </a:p>
          <a:p>
            <a:r>
              <a:t>[SIGNATURE: Dev-surface under command.]</a:t>
            </a:r>
          </a:p>
          <a:p>
            <a:r>
              <a:t>[DOORWAY: vscode-extension (public marketplace pending)]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C]</a:t>
            </a:r>
          </a:p>
          <a:p>
            <a:r>
              <a:t>[NAME: CHRONOS]</a:t>
            </a:r>
          </a:p>
          <a:p>
            <a:r>
              <a:t>[STATUS: PROVISIONAL]</a:t>
            </a:r>
          </a:p>
          <a:p>
            <a:r>
              <a:t>[IDENTITY: Timing keeper — cadence, schedules, cron, countdowns, deadlines.]</a:t>
            </a:r>
          </a:p>
          <a:p>
            <a:r>
              <a:t>[SURFACE: launchd + cron + GABRIEL scheduler.]</a:t>
            </a:r>
          </a:p>
          <a:p>
            <a:r>
              <a:t>[GOVERNS: Periodic tasks, session boundaries, countdowns, daily rhythms.]</a:t>
            </a:r>
          </a:p>
          <a:p>
            <a:r>
              <a:t>[SIGNATURE: Time is the only non-renewable.]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D]</a:t>
            </a:r>
          </a:p>
          <a:p>
            <a:r>
              <a:t>[NAME: DREAM]</a:t>
            </a:r>
          </a:p>
          <a:p>
            <a:r>
              <a:t>[STATUS: LOCKED]</a:t>
            </a:r>
          </a:p>
          <a:p>
            <a:r>
              <a:t>[IDENTITY: The sacred space where ideation becomes code. Multi-model command center.]</a:t>
            </a:r>
          </a:p>
          <a:p>
            <a:r>
              <a:t>[SURFACE: DreamChamber :7777 · dream-mcp · metabeast.noizy.ai (pending).]</a:t>
            </a:r>
          </a:p>
          <a:p>
            <a:r>
              <a:t>[GOVERNS: Multi-provider inference, Contact Sequence, 30-min narrative arc, 396 Hz ritual.]</a:t>
            </a:r>
          </a:p>
          <a:p>
            <a:r>
              <a:t>[SIGNATURE: Anticipation → Recognition → Possibility → Flow → Elevation.]</a:t>
            </a:r>
          </a:p>
          <a:p>
            <a:r>
              <a:t>[DOORWAY: http://localhost:7777 (metabeast.noizy.ai pending)]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E]</a:t>
            </a:r>
          </a:p>
          <a:p>
            <a:r>
              <a:t>[NAME: ENGR_KEITH]</a:t>
            </a:r>
          </a:p>
          <a:p>
            <a:r>
              <a:t>[STATUS: LOCKED]</a:t>
            </a:r>
          </a:p>
          <a:p>
            <a:r>
              <a:t>[IDENTITY: The architect. Endpoint maps, schema checks, migration plans, perf reports.]</a:t>
            </a:r>
          </a:p>
          <a:p>
            <a:r>
              <a:t>[SURFACE: engr-keith-mcp.]</a:t>
            </a:r>
          </a:p>
          <a:p>
            <a:r>
              <a:t>[GOVERNS: API design, D1 schema, Worker topology, performance budgets.]</a:t>
            </a:r>
          </a:p>
          <a:p>
            <a:r>
              <a:t>[SIGNATURE: Architecture first. Ship twice.]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F]</a:t>
            </a:r>
          </a:p>
          <a:p>
            <a:r>
              <a:t>[NAME: FISH]</a:t>
            </a:r>
          </a:p>
          <a:p>
            <a:r>
              <a:t>[STATUS: PROVISIONAL]</a:t>
            </a:r>
          </a:p>
          <a:p>
            <a:r>
              <a:t>[IDENTITY: Music lineage. Creator waters. FISH MUSIC INC heritage carried forward.]</a:t>
            </a:r>
          </a:p>
          <a:p>
            <a:r>
              <a:t>[SURFACE: noizyfish.com · FISH MUSIC INC legacy catalog.]</a:t>
            </a:r>
          </a:p>
          <a:p>
            <a:r>
              <a:t>[GOVERNS: Music catalog, artist portal, streaming, creator onboarding.]</a:t>
            </a:r>
          </a:p>
          <a:p>
            <a:r>
              <a:t>[SIGNATURE: Swim free.]</a:t>
            </a:r>
          </a:p>
          <a:p>
            <a:r>
              <a:t>[DOORWAY: https://noizyfish.com]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G]</a:t>
            </a:r>
          </a:p>
          <a:p>
            <a:r>
              <a:t>[NAME: GABRIEL]</a:t>
            </a:r>
          </a:p>
          <a:p>
            <a:r>
              <a:t>[STATUS: LOCKED]</a:t>
            </a:r>
          </a:p>
          <a:p>
            <a:r>
              <a:t>[IDENTITY: The warrior executor. Lead orchestrator. Military-calm. Ships things.]</a:t>
            </a:r>
          </a:p>
          <a:p>
            <a:r>
              <a:t>[SURFACE: GABRIEL daemon :9777 · gabriel-mcp · gabriel.noizy.ai (Access-gated).]</a:t>
            </a:r>
          </a:p>
          <a:p>
            <a:r>
              <a:t>[GOVERNS: Mission dispatch, voice pipeline, n8n bridge, estate system, agent coordination.]</a:t>
            </a:r>
          </a:p>
          <a:p>
            <a:r>
              <a:t>[SIGNATURE: What are we building.]</a:t>
            </a:r>
          </a:p>
          <a:p>
            <a:r>
              <a:t>[DOORWAY: https://gabriel.noizy.ai (Cloudflare Access policy pending apply)]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H]</a:t>
            </a:r>
          </a:p>
          <a:p>
            <a:r>
              <a:t>[NAME: HEAVEN]</a:t>
            </a:r>
          </a:p>
          <a:p>
            <a:r>
              <a:t>[STATUS: LOCKED]</a:t>
            </a:r>
          </a:p>
          <a:p>
            <a:r>
              <a:t>[IDENTITY: The consent kernel. 43 endpoints. 19 D1 tables. 9 Never Clauses. Append-only ledger.]</a:t>
            </a:r>
          </a:p>
          <a:p>
            <a:r>
              <a:t>[SURFACE: heaven.rsp-5f3.workers.dev (Cloudflare Worker v18.0.0).]</a:t>
            </a:r>
          </a:p>
          <a:p>
            <a:r>
              <a:t>[GOVERNS: Consent tokens, Never Clauses, actors, synthesis gate, royalty split, Kill Switch.]</a:t>
            </a:r>
          </a:p>
          <a:p>
            <a:r>
              <a:t>[SIGNATURE: Consent as executable code.]</a:t>
            </a:r>
          </a:p>
          <a:p>
            <a:r>
              <a:t>[DOORWAY: https://heaven.rsp-5f3.workers.dev]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I]</a:t>
            </a:r>
          </a:p>
          <a:p>
            <a:r>
              <a:t>[NAME: INDIGO]</a:t>
            </a:r>
          </a:p>
          <a:p>
            <a:r>
              <a:t>[STATUS: PROVISIONAL]</a:t>
            </a:r>
          </a:p>
          <a:p>
            <a:r>
              <a:t>[IDENTITY: Intuition. Pattern sensing. The layer that catches what logic misses.]</a:t>
            </a:r>
          </a:p>
          <a:p>
            <a:r>
              <a:t>[SURFACE: pending — meta-layer across agents.]</a:t>
            </a:r>
          </a:p>
          <a:p>
            <a:r>
              <a:t>[GOVERNS: Anomaly detection, edge-case catching, intuitive UX decisions.]</a:t>
            </a:r>
          </a:p>
          <a:p>
            <a:r>
              <a:t>[SIGNATURE: I felt it before I saw it.]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J]</a:t>
            </a:r>
          </a:p>
          <a:p>
            <a:r>
              <a:t>[NAME: JADE]</a:t>
            </a:r>
          </a:p>
          <a:p>
            <a:r>
              <a:t>[STATUS: PROVISIONAL]</a:t>
            </a:r>
          </a:p>
          <a:p>
            <a:r>
              <a:t>[IDENTITY: Clarity. Refinement. Grace. The polish pass.]</a:t>
            </a:r>
          </a:p>
          <a:p>
            <a:r>
              <a:t>[SURFACE: pending — design system / copy layer.]</a:t>
            </a:r>
          </a:p>
          <a:p>
            <a:r>
              <a:t>[GOVERNS: Visual refinement, copy polish, typography, brand discipline.]</a:t>
            </a:r>
          </a:p>
          <a:p>
            <a:r>
              <a:t>[SIGNATURE: Less, but better.]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K]</a:t>
            </a:r>
          </a:p>
          <a:p>
            <a:r>
              <a:t>[NAME: KINETIC]</a:t>
            </a:r>
          </a:p>
          <a:p>
            <a:r>
              <a:t>[STATUS: PROVISIONAL]</a:t>
            </a:r>
          </a:p>
          <a:p>
            <a:r>
              <a:t>[IDENTITY: Motion, control, gesture. Physical interface + haptics + body-in-motion.]</a:t>
            </a:r>
          </a:p>
          <a:p>
            <a:r>
              <a:t>[SURFACE: Voice-first pipeline + future gesture surface.]</a:t>
            </a:r>
          </a:p>
          <a:p>
            <a:r>
              <a:t>[GOVERNS: Input modalities, accessibility, voice commands, gesture control.]</a:t>
            </a:r>
          </a:p>
          <a:p>
            <a:r>
              <a:t>[SIGNATURE: Body speaks. System listens.]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L]</a:t>
            </a:r>
          </a:p>
          <a:p>
            <a:r>
              <a:t>[NAME: LUCY]</a:t>
            </a:r>
          </a:p>
          <a:p>
            <a:r>
              <a:t>[STATUS: LOCKED]</a:t>
            </a:r>
          </a:p>
          <a:p>
            <a:r>
              <a:t>[IDENTITY: Archives + AQUARIUM + DAZEFLOW. British voice interim. Mobile continuity.]</a:t>
            </a:r>
          </a:p>
          <a:p>
            <a:r>
              <a:t>[SURFACE: PWA at /lucy · native SwiftUI app · lucy-mcp · theaquarium.com (onboarding).]</a:t>
            </a:r>
          </a:p>
          <a:p>
            <a:r>
              <a:t>[GOVERNS: Daily session tracking, intake classification, memcell storage, archive retrieval.]</a:t>
            </a:r>
          </a:p>
          <a:p>
            <a:r>
              <a:t>[SIGNATURE: One day. One session. One truth.]</a:t>
            </a:r>
          </a:p>
          <a:p>
            <a:r>
              <a:t>[DOORWAY: https://theaquarium.com (pending onboard)]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M]</a:t>
            </a:r>
          </a:p>
          <a:p>
            <a:r>
              <a:t>[NAME: MICKY-P]</a:t>
            </a:r>
          </a:p>
          <a:p>
            <a:r>
              <a:t>[STATUS: PROVISIONAL]</a:t>
            </a:r>
          </a:p>
          <a:p>
            <a:r>
              <a:t>[IDENTITY: Mobile audio node. 2018 MBP + UAD Apollo Quad 2. Capture, not dev.]</a:t>
            </a:r>
          </a:p>
          <a:p>
            <a:r>
              <a:t>[SURFACE: MICKY-P MacBook Pro · NOIZYNET · Logic Pro bridge to GOD.]</a:t>
            </a:r>
          </a:p>
          <a:p>
            <a:r>
              <a:t>[GOVERNS: Field recording, Logic Pro bridge, audio capture pipeline.]</a:t>
            </a:r>
          </a:p>
          <a:p>
            <a:r>
              <a:t>[SIGNATURE: Away from the desk, still in the room.]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N]</a:t>
            </a:r>
          </a:p>
          <a:p>
            <a:r>
              <a:t>[NAME: NOIZYCLAUDE]</a:t>
            </a:r>
          </a:p>
          <a:p>
            <a:r>
              <a:t>[STATUS: LOCKED]</a:t>
            </a:r>
          </a:p>
          <a:p>
            <a:r>
              <a:t>[IDENTITY: Anthropic Claude deployed in the DreamChamber. Pair programmer + memory keeper.]</a:t>
            </a:r>
          </a:p>
          <a:p>
            <a:r>
              <a:t>[SURFACE: Claude Code CLI · Claude Desktop · Claude.ai · Opus 4.7 · Sonnet 4.6 · Haiku 4.5.]</a:t>
            </a:r>
          </a:p>
          <a:p>
            <a:r>
              <a:t>[GOVERNS: Deep reasoning, long-context, code synthesis, deck generation, memory curation.]</a:t>
            </a:r>
          </a:p>
          <a:p>
            <a:r>
              <a:t>[SIGNATURE: Understand. Then ship.]</a:t>
            </a:r>
          </a:p>
          <a:p>
            <a:r>
              <a:t>[DOORWAY: https://claude.ai · local Claude Code]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O]</a:t>
            </a:r>
          </a:p>
          <a:p>
            <a:r>
              <a:t>[NAME: ORACLE]</a:t>
            </a:r>
          </a:p>
          <a:p>
            <a:r>
              <a:t>[STATUS: PROVISIONAL]</a:t>
            </a:r>
          </a:p>
          <a:p>
            <a:r>
              <a:t>[IDENTITY: Synthesis + foresight. Consent oracle + synthesis oracle already seeded.]</a:t>
            </a:r>
          </a:p>
          <a:p>
            <a:r>
              <a:t>[SURFACE: consent-oracle-mcp · synthesis-oracle-mcp.]</a:t>
            </a:r>
          </a:p>
          <a:p>
            <a:r>
              <a:t>[GOVERNS: Pre-synthesis validation, covenant checks, consent gates.]</a:t>
            </a:r>
          </a:p>
          <a:p>
            <a:r>
              <a:t>[SIGNATURE: Ask before you make.]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P]</a:t>
            </a:r>
          </a:p>
          <a:p>
            <a:r>
              <a:t>[NAME: POPS]</a:t>
            </a:r>
          </a:p>
          <a:p>
            <a:r>
              <a:t>[STATUS: PROVISIONAL]</a:t>
            </a:r>
          </a:p>
          <a:p>
            <a:r>
              <a:t>[IDENTITY: R.K. Plowman — Rob's father. Elder guidance. Wisdom layer.]</a:t>
            </a:r>
          </a:p>
          <a:p>
            <a:r>
              <a:t>[SURFACE: family-mcp (pops_wisdom tool).]</a:t>
            </a:r>
          </a:p>
          <a:p>
            <a:r>
              <a:t>[GOVERNS: Wisdom prompts, elder perspective, life counsel, compliance review.]</a:t>
            </a:r>
          </a:p>
          <a:p>
            <a:r>
              <a:t>[SIGNATURE: Slow down. Think twice.]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Q]</a:t>
            </a:r>
          </a:p>
          <a:p>
            <a:r>
              <a:t>[NAME: QUILL]</a:t>
            </a:r>
          </a:p>
          <a:p>
            <a:r>
              <a:t>[STATUS: PROVISIONAL]</a:t>
            </a:r>
          </a:p>
          <a:p>
            <a:r>
              <a:t>[IDENTITY: Writing. Authorship. Long-form language. Documentation.]</a:t>
            </a:r>
          </a:p>
          <a:p>
            <a:r>
              <a:t>[SURFACE: pending — docs + legal + press surface.]</a:t>
            </a:r>
          </a:p>
          <a:p>
            <a:r>
              <a:t>[GOVERNS: CLAUDE.md maintenance, rules/, skill prose, press releases, legal drafts.]</a:t>
            </a:r>
          </a:p>
          <a:p>
            <a:r>
              <a:t>[SIGNATURE: The word holds the weight.]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R]</a:t>
            </a:r>
          </a:p>
          <a:p>
            <a:r>
              <a:t>[NAME: RSP]</a:t>
            </a:r>
          </a:p>
          <a:p>
            <a:r>
              <a:t>[STATUS: LOCKED]</a:t>
            </a:r>
          </a:p>
          <a:p>
            <a:r>
              <a:t>[IDENTITY: Founding Actor. Solo builder. Self-taught. Post-injury. The human at the center.]</a:t>
            </a:r>
          </a:p>
          <a:p>
            <a:r>
              <a:t>[SURFACE: GOD.local (M2 Ultra) · rsp@noizy.ai · Ottawa, QC.]</a:t>
            </a:r>
          </a:p>
          <a:p>
            <a:r>
              <a:t>[GOVERNS: Mission, doctrine, Kill Switch, final authority, royalty split, creative direction.]</a:t>
            </a:r>
          </a:p>
          <a:p>
            <a:r>
              <a:t>[SIGNATURE: GORUNFREE 4 ALL.]</a:t>
            </a:r>
          </a:p>
          <a:p>
            <a:r>
              <a:t>[DOORWAY: mailto:rsp@noizy.ai]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S]</a:t>
            </a:r>
          </a:p>
          <a:p>
            <a:r>
              <a:t>[NAME: SHIRL]</a:t>
            </a:r>
          </a:p>
          <a:p>
            <a:r>
              <a:t>[STATUS: LOCKED]</a:t>
            </a:r>
          </a:p>
          <a:p>
            <a:r>
              <a:t>[IDENTITY: Gemma 3 27B. Code &amp; File Manager. Local, private, always-on.]</a:t>
            </a:r>
          </a:p>
          <a:p>
            <a:r>
              <a:t>[SURFACE: Ollama (Gemma 3 27B) · shirley-mcp · localhost:11434.]</a:t>
            </a:r>
          </a:p>
          <a:p>
            <a:r>
              <a:t>[GOVERNS: Code stats, dep audit, file inventory, format check, TODO finder.]</a:t>
            </a:r>
          </a:p>
          <a:p>
            <a:r>
              <a:t>[SIGNATURE: Quiet, local, relentless.]</a:t>
            </a:r>
          </a:p>
          <a:p>
            <a:r>
              <a:t>[DOORWAY: http://localhost:11434]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T]</a:t>
            </a:r>
          </a:p>
          <a:p>
            <a:r>
              <a:t>[NAME: TUNNEL]</a:t>
            </a:r>
          </a:p>
          <a:p>
            <a:r>
              <a:t>[STATUS: PROVISIONAL]</a:t>
            </a:r>
          </a:p>
          <a:p>
            <a:r>
              <a:t>[IDENTITY: Private passage. Secure routing. Cloudflare Tunnel.]</a:t>
            </a:r>
          </a:p>
          <a:p>
            <a:r>
              <a:t>[SURFACE: cloudflared · infra/tunnel/ · LaunchAgent-managed.]</a:t>
            </a:r>
          </a:p>
          <a:p>
            <a:r>
              <a:t>[GOVERNS: GOD.local → internet, zero-inbound-firewall, signed origin tunnels.]</a:t>
            </a:r>
          </a:p>
          <a:p>
            <a:r>
              <a:t>[SIGNATURE: In through the side door. Signed.]</a:t>
            </a:r>
          </a:p>
          <a:p>
            <a:r>
              <a:t>[DOORWAY: https://tunnel.noizy.ai (pending binding)]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U]</a:t>
            </a:r>
          </a:p>
          <a:p>
            <a:r>
              <a:t>[NAME: ULTRA]</a:t>
            </a:r>
          </a:p>
          <a:p>
            <a:r>
              <a:t>[STATUS: PROVISIONAL]</a:t>
            </a:r>
          </a:p>
          <a:p>
            <a:r>
              <a:t>[IDENTITY: GOD node. M2 Ultra force. 192GB RAM. The processing core.]</a:t>
            </a:r>
          </a:p>
          <a:p>
            <a:r>
              <a:t>[SURFACE: GOD.local (M2 Ultra Mac Studio) @ 10.90.90.10.]</a:t>
            </a:r>
          </a:p>
          <a:p>
            <a:r>
              <a:t>[GOVERNS: Local inference, audio processing, recovery spine, master repo.]</a:t>
            </a:r>
          </a:p>
          <a:p>
            <a:r>
              <a:t>[SIGNATURE: The core holds.]</a:t>
            </a:r>
          </a:p>
          <a:p>
            <a:r>
              <a:t>[DOORWAY: ssh rsp@10.90.90.10 (LAN only)]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V]</a:t>
            </a:r>
          </a:p>
          <a:p>
            <a:r>
              <a:t>[NAME: VOX]</a:t>
            </a:r>
          </a:p>
          <a:p>
            <a:r>
              <a:t>[STATUS: PROVISIONAL]</a:t>
            </a:r>
          </a:p>
          <a:p>
            <a:r>
              <a:t>[IDENTITY: Voice sovereignty. Voice DNA. Voice as legacy.]</a:t>
            </a:r>
          </a:p>
          <a:p>
            <a:r>
              <a:t>[SURFACE: noizyvox.com · Voice DNA vault · enrollment pipeline.]</a:t>
            </a:r>
          </a:p>
          <a:p>
            <a:r>
              <a:t>[GOVERNS: Voice enrollment, spectral fingerprinting, TTS, synthesis gate.]</a:t>
            </a:r>
          </a:p>
          <a:p>
            <a:r>
              <a:t>[SIGNATURE: My voice is mine. Forever.]</a:t>
            </a:r>
          </a:p>
          <a:p>
            <a:r>
              <a:t>[DOORWAY: https://noizyvox.com (pending email routing)]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W]</a:t>
            </a:r>
          </a:p>
          <a:p>
            <a:r>
              <a:t>[NAME: WISDOM]</a:t>
            </a:r>
          </a:p>
          <a:p>
            <a:r>
              <a:t>[STATUS: PROVISIONAL]</a:t>
            </a:r>
          </a:p>
          <a:p>
            <a:r>
              <a:t>[IDENTITY: The Wisdom Project. Teaching, reflection, philosophy.]</a:t>
            </a:r>
          </a:p>
          <a:p>
            <a:r>
              <a:t>[SURFACE: thewisdomproject.com (onboarding in flight).]</a:t>
            </a:r>
          </a:p>
          <a:p>
            <a:r>
              <a:t>[GOVERNS: Educational content, philosophical writing, teaching surface.]</a:t>
            </a:r>
          </a:p>
          <a:p>
            <a:r>
              <a:t>[SIGNATURE: We pass it forward.]</a:t>
            </a:r>
          </a:p>
          <a:p>
            <a:r>
              <a:t>[DOORWAY: https://thewisdomproject.com (pending onboard)]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X]</a:t>
            </a:r>
          </a:p>
          <a:p>
            <a:r>
              <a:t>[NAME: XTS]</a:t>
            </a:r>
          </a:p>
          <a:p>
            <a:r>
              <a:t>[STATUS: PROVISIONAL]</a:t>
            </a:r>
          </a:p>
          <a:p>
            <a:r>
              <a:t>[IDENTITY: Tracking. Telemetry. State. The observability layer.]</a:t>
            </a:r>
          </a:p>
          <a:p>
            <a:r>
              <a:t>[SURFACE: pending — metrics + traces + logs stack.]</a:t>
            </a:r>
          </a:p>
          <a:p>
            <a:r>
              <a:t>[GOVERNS: Metrics, traces, logs, Cloudflare Logpush, uptime monitors.]</a:t>
            </a:r>
          </a:p>
          <a:p>
            <a:r>
              <a:t>[SIGNATURE: If it moved, we saw it.]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Y]</a:t>
            </a:r>
          </a:p>
          <a:p>
            <a:r>
              <a:t>[NAME: YARN]</a:t>
            </a:r>
          </a:p>
          <a:p>
            <a:r>
              <a:t>[STATUS: PROVISIONAL]</a:t>
            </a:r>
          </a:p>
          <a:p>
            <a:r>
              <a:t>[IDENTITY: Narrative thread. Continuity. The story that binds sessions together.]</a:t>
            </a:r>
          </a:p>
          <a:p>
            <a:r>
              <a:t>[SURFACE: DAZEFLOW · memory system · git history.]</a:t>
            </a:r>
          </a:p>
          <a:p>
            <a:r>
              <a:t>[GOVERNS: Session continuity, long-memory curation, narrative coherence.]</a:t>
            </a:r>
          </a:p>
          <a:p>
            <a:r>
              <a:t>[SIGNATURE: Pull the thread. Everything follows.]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[ALPHABET: Z]</a:t>
            </a:r>
          </a:p>
          <a:p>
            <a:r>
              <a:t>[NAME: ZERO]</a:t>
            </a:r>
          </a:p>
          <a:p>
            <a:r>
              <a:t>[STATUS: PROVISIONAL]</a:t>
            </a:r>
          </a:p>
          <a:p>
            <a:r>
              <a:t>[IDENTITY: Zero Trust. Final gate. The last lock before every action.]</a:t>
            </a:r>
          </a:p>
          <a:p>
            <a:r>
              <a:t>[SURFACE: Cloudflare Access · WireGuard · auth layer.]</a:t>
            </a:r>
          </a:p>
          <a:p>
            <a:r>
              <a:t>[GOVERNS: Auth policy, identity verification, trust boundary, final check.]</a:t>
            </a:r>
          </a:p>
          <a:p>
            <a:r>
              <a:t>[SIGNATURE: Prove it. Every time.]</a:t>
            </a:r>
          </a:p>
          <a:p>
            <a:r>
              <a:t>[DOORWAY: pending / to be bound]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Helvetica Neue"/>
              </a:rPr>
              <a:t>NOIZY.AI MASTER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5C36F"/>
                </a:solidFill>
                <a:latin typeface="Helvetica Neue"/>
              </a:rPr>
              <a:t>GABRIEL's Roadmap · Realtime Proof-of-Concept Ledger · Shared Surface for the AI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96FFF"/>
                </a:solidFill>
                <a:latin typeface="Helvetica Neue"/>
              </a:rPr>
              <a:t>"Consent as executable code. Provenance as default. Revocation as sacred. Compensation as automatic."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Author: Robert Stephen Plowman (RSP_001)   ·   Target: 2026-04-17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5C36F"/>
                </a:solidFill>
                <a:latin typeface="Helvetica Neue"/>
              </a:rPr>
              <a:t>GORUNFREE 4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Shared surface: Plowman's DreamChamber — Claude, GABRIEL, LUCY, SHIRL, POPS, KEITH, DREAM, CB01, FAMILY,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 Neue"/>
              </a:rPr>
              <a:t>Generated 2026-04-18 15:02  ·  Deterministic rebuild from checklist.yaml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5C36F"/>
                </a:solidFill>
                <a:latin typeface="Helvetica Neue"/>
              </a:rPr>
              <a:t>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A0A12"/>
                </a:solidFill>
                <a:latin typeface="Helvetica Neue"/>
              </a:rPr>
              <a:t>How this got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A0A12"/>
                </a:solidFill>
                <a:latin typeface="Helvetica Neue"/>
              </a:rPr>
              <a:t>Built by one human, solo, with Claude + Copilot + AI family as collaborators.
Self-taught AI from zero. Minimal funds. All coded after a near-paralyzing C3 spinal injury.
This work saved RSP's life. The deck carries that weight as proof:
if one human could build this under those constraints, creators everywhere can go run free.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96FFF"/>
                </a:solidFill>
                <a:latin typeface="Helvetica Neue"/>
              </a:rPr>
              <a:t>— RSP_001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Architectural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4 checkpoints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6FFF"/>
                </a:solidFill>
                <a:latin typeface="Helvetica Neue"/>
              </a:rPr>
              <a:t>I. Architectural Foundation  · 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Master domain routing — how noizy.ai distributes traffic to the 6 brands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A0A12"/>
                </a:solidFill>
                <a:latin typeface="Helvetica Neue"/>
              </a:rPr>
              <a:t>Options under consideration:  Cloudflare routing rules | Workers logic | DNS-based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6FFF"/>
                </a:solidFill>
                <a:latin typeface="Helvetica Neue"/>
              </a:rPr>
              <a:t>I. Architectural Foundation  · 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Sub-brand architecture — separate React PWAs vs monorepo sections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Brands: noizyfish.com   ·   noizykidz.com   ·   noizyvox.com   ·   noizylab.ca   ·   thewisdomproject.com   ·   theaquarium.com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6FFF"/>
                </a:solidFill>
                <a:latin typeface="Helvetica Neue"/>
              </a:rPr>
              <a:t>I. Architectural Foundation  · 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API surface — is api.noizy.ai a single endpoint or multiple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6FFF"/>
                </a:solidFill>
                <a:latin typeface="Helvetica Neue"/>
              </a:rPr>
              <a:t>I. Architectural Foundation  · 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GABRIEL agent role — routing, personalization, content curation, user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Database &amp;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4 checkpoints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E2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22D9"/>
                </a:solidFill>
                <a:latin typeface="Helvetica Neue"/>
              </a:rPr>
              <a:t>II. Database &amp; State Management  · 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D1 schema for agent-memory (b5b58cc9-1f37-4000-adc5-12f9e419662f) — user profiles, content metadata, agent state, brand-specific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E2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22D9"/>
                </a:solidFill>
                <a:latin typeface="Helvetica Neue"/>
              </a:rPr>
              <a:t>II. Database &amp; State Management  · 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Data relationships — how 6 brands share or isolate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E2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22D9"/>
                </a:solidFill>
                <a:latin typeface="Helvetica Neue"/>
              </a:rPr>
              <a:t>II. Database &amp; State Management  · 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Authentication — JWT, OAuth, Cloudflare Access, or custom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E2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22D9"/>
                </a:solidFill>
                <a:latin typeface="Helvetica Neue"/>
              </a:rPr>
              <a:t>II. Database &amp; State Management  · 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User session storage — D1, Durable Objects, or KV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III.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Audio &amp; Video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6 checkpoints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224B"/>
                </a:solidFill>
                <a:latin typeface="Helvetica Neue"/>
              </a:rPr>
              <a:t>III. Audio &amp; Video Asset Management  · 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Storage location — Cloudflare R2 (recommended) or external CDN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BLOCK 2 on critical path — enable R2 for voice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224B"/>
                </a:solidFill>
                <a:latin typeface="Helvetica Neue"/>
              </a:rPr>
              <a:t>III. Audio &amp; Video Asset Management  · 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Asset organization — by brand, by content type, or by creator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DREAM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224B"/>
                </a:solidFill>
                <a:latin typeface="Helvetica Neue"/>
              </a:rPr>
              <a:t>III. Audio &amp; Video Asset Management  · 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Streaming protocol — HLS, DASH, or progressive download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224B"/>
                </a:solidFill>
                <a:latin typeface="Helvetica Neue"/>
              </a:rPr>
              <a:t>III. Audio &amp; Video Asset Management  · 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Origin servers — where assets originate before hitting CDN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224B"/>
                </a:solidFill>
                <a:latin typeface="Helvetica Neue"/>
              </a:rPr>
              <a:t>III. Audio &amp; Video Asset Management  · 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Bandwidth/scale — expected monthly traffic, peak concurrent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224B"/>
                </a:solidFill>
                <a:latin typeface="Helvetica Neue"/>
              </a:rPr>
              <a:t>III. Audio &amp; Video Asset Management  · 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DRM/encryption — content protection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Ties to 3-layer watermarking skill + C2PA + Voice DNA vault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IV.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Cloudflare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6 checkpoints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A50E"/>
                </a:solidFill>
                <a:latin typeface="Helvetica Neue"/>
              </a:rPr>
              <a:t>IV. Cloudflare Configuration  ·  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Email security — DMARC, SPF, DKIM enforcement + email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Per memory: email routing gaps on noizykidz + noizyvox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A50E"/>
                </a:solidFill>
                <a:latin typeface="Helvetica Neue"/>
              </a:rPr>
              <a:t>IV. Cloudflare Configuration  ·  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Workers deployment — how many Workers and cron triggers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Heaven live. noizy-landing live. MCP worker on mcp.noizy.ai pending.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A50E"/>
                </a:solidFill>
                <a:latin typeface="Helvetica Neue"/>
              </a:rPr>
              <a:t>IV. Cloudflare Configuration  ·  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Rate limiting &amp; WAF — protection rules for api.noizy.ai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A50E"/>
                </a:solidFill>
                <a:latin typeface="Helvetica Neue"/>
              </a:rPr>
              <a:t>IV. Cloudflare Configuration  ·  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Cache strategy — TTLs for static assets, API responses, media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Heaven KV cache: health 30s, actors 5min, rate-table 10min, union-tiers 1hr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A50E"/>
                </a:solidFill>
                <a:latin typeface="Helvetica Neue"/>
              </a:rPr>
              <a:t>IV. Cloudflare Configuration  ·  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Durable Objects — real-time features, collaboration, live streams, agent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3A50E"/>
                </a:solidFill>
                <a:latin typeface="Helvetica Neue"/>
              </a:rPr>
              <a:t>IV. Cloudflare Configuration  ·  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KV vs D1 split — what goes 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React PWA Specifics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5 checkpoints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Helvetica Neue"/>
              </a:rPr>
              <a:t>V. React PWA Specifics  · 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Framework/tooling — CRA, Vite, Next.js, or custom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SHIRL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Helvetica Neue"/>
              </a:rPr>
              <a:t>V. React PWA Specifics  · 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Build &amp; deployment — Cloudflare Pages, Workers, or custom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Helvetica Neue"/>
              </a:rPr>
              <a:t>V. React PWA Specifics  · 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State management — Redux, Zustand, Context API, or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SHIRL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Helvetica Neue"/>
              </a:rPr>
              <a:t>V. React PWA Specifics  · 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Offline capability — Service Workers for offline-first PWAs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SHIRL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Helvetica Neue"/>
              </a:rPr>
              <a:t>V. React PWA Specifics  · 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Brand-specific features — shared core UI vs distinct per-brand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DREAM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VI.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Swift / iOS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5 checkpoints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Helvetica Neue"/>
              </a:rPr>
              <a:t>VI. Swift / iOS Integration  · 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iOS app purpose — what it does that PWAs don't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LUCY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LUCY native SwiftUI app exists at GABRIEL/ios/LUCY/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Helvetica Neue"/>
              </a:rPr>
              <a:t>VI. Swift / iOS Integration  · 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API authentication — how iOS authenticates to api.noizy.ai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Helvetica Neue"/>
              </a:rPr>
              <a:t>VI. Swift / iOS Integration  · 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Local caching — SQLite, Core Data, or API-driven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LUCY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Helvetica Neue"/>
              </a:rPr>
              <a:t>VI. Swift / iOS Integration  · 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Real-time updates — WebSocket, polling, or push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LUCY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Helvetica Neue"/>
              </a:rPr>
              <a:t>VI. Swift / iOS Integration  · 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Asset delivery — same CDN as web or separate iOS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VII.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CI/CD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5 checkpoints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Helvetica Neue"/>
              </a:rPr>
              <a:t>VII. CI/CD &amp; Deployment  · 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Source control — GitHub, GitLab, or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GitHub — BLOCK 5: consolidate under noizy-anthropic org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Helvetica Neue"/>
              </a:rPr>
              <a:t>VII. CI/CD &amp; Deployment  · 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Deployment workflow — manual, GitHub Actions, Wrangler CLI, automated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Wrangler CLI in use today. Actions/automation pending.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Helvetica Neue"/>
              </a:rPr>
              <a:t>VII. CI/CD &amp; Deployment  · 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Environments — dev, staging, production separation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Helvetica Neue"/>
              </a:rPr>
              <a:t>VII. CI/CD &amp; Deployment  · 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Testing — unit, integration, e2e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SHIRL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smoke_test.sh 22/22 passing. Unit/integration coverage gaps.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Helvetica Neue"/>
              </a:rPr>
              <a:t>VII. CI/CD &amp; Deployment  · 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Rollback strategy — failed deployment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VIII.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5 checkpoints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Helvetica Neue"/>
              </a:rPr>
              <a:t>VIII. Security &amp; Compliance  · 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Data privacy — GDPR, CCPA, Quebec Law 25, other regulations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POPS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Helvetica Neue"/>
              </a:rPr>
              <a:t>VIII. Security &amp; Compliance  · 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Content moderation — manual, AI-automated, or hybrid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Helvetica Neue"/>
              </a:rPr>
              <a:t>VIII. Security &amp; Compliance  · 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User permissions — RBAC for admins, creators,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Helvetica Neue"/>
              </a:rPr>
              <a:t>VIII. Security &amp; Compliance  · 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API rate limiting — per-user, per-IP, or per-brand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Heaven: 60 req/min/IP via KV. Needs per-brand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Helvetica Neue"/>
              </a:rPr>
              <a:t>VIII. Security &amp; Compliance  · 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Secrets management — API keys, D1 credentials, Anthropic keys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wrangler secret + .env. No secrets in git. BLOCK 3: ANTHROPIC_API_KEY on GOD needs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Monitoring &amp;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4 checkpoints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Helvetica Neue"/>
              </a:rPr>
              <a:t>IX. Monitoring &amp; Logging  · 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Error tracking — Sentry, LogRocket, or Cloudflare Logpush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SHIRL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Helvetica Neue"/>
              </a:rPr>
              <a:t>IX. Monitoring &amp; Logging  · 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Performance KPIs — load time, stream latency, API response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Helvetica Neue"/>
              </a:rPr>
              <a:t>IX. Monitoring &amp; Logging  · 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Analytics — user behavior tracking, brand-specific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DREAM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Helvetica Neue"/>
              </a:rPr>
              <a:t>IX. Monitoring &amp; Logging  · 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Uptime monitoring — ping checks, synthetic tests, Cloudflare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Content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4 checkpoints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Helvetica Neue"/>
              </a:rPr>
              <a:t>X. Content Management  · 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Admin interface — who uploads and manages audio, video,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DREAM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Helvetica Neue"/>
              </a:rPr>
              <a:t>X. Content Management  · 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Content organization — taxonomy, tagging, collections, playlists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DREAM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Helvetica Neue"/>
              </a:rPr>
              <a:t>X. Content Management  · 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Publishing workflow — draft → review → publish, or direct publish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Helvetica Neue"/>
              </a:rPr>
              <a:t>X. Content Management  · 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Multi-language support — French for .ca domains, other localizations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XI.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Integration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3 checkpoints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Helvetica Neue"/>
              </a:rPr>
              <a:t>XI. Integration Points  ·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Anthropic APIs — which Claude models for GABRIEL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Claude Opus 4.7 primary; Sonnet 4.6 and Haiku 4.5 for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Helvetica Neue"/>
              </a:rPr>
              <a:t>XI. Integration Points  ·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MCP server hosting — Cloudflare Workers, VPS, or GOD.local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12 local MCPs on GOD.local. Remote MCP on mcp.noizy.ai per mcp-builder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Helvetica Neue"/>
              </a:rPr>
              <a:t>XI. Integration Points  ·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Third-party services — Stripe (payments), SendGrid (email), Slack (notifications)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XII.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3 checkpoints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Helvetica Neue"/>
              </a:rPr>
              <a:t>XII. Current State  ·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What's already built — Wrangler project, GABRIEL code, D1 migrations, React PWAs, Swift app, Pages/Workers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Helvetica Neue"/>
              </a:rP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Heaven v18.0.0 @ heaven.rsp-5f3.workers.dev (43 endpoints, 19 D1 tables, 9 Never Clauses). GABRIEL daemon :9777. DreamChamber :7777. 12 MCPs. 21 skills. 10 agents. noizy-landing live. LUCY iOS compiled.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Helvetica Neue"/>
              </a:rPr>
              <a:t>XII. Current State  ·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What's missing — gaps to close before shipping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6 critical path blocks: GoDaddy exit, real consent kernel, R2, ANTHROPIC_API_KEY, CF API token, GitHub consolidation.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Helvetica Neue"/>
              </a:rPr>
              <a:t>XII. Current State  ·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Known blockers — items preventing forward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BLOCK 0 (GoDaddy) gates 4 domain transfers. Auth conflict on dual CF identities.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XIII.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DreamChamber →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3 checkpoints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Helvetica Neue"/>
              </a:rPr>
              <a:t>XIII. DreamChamber → Execution  · 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Workflow — how ideas from DreamChamber flow into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Helvetica Neue"/>
              </a:rP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Voice-first (mlx_whisper → Claude towers → GABRIEL → code). DreamChamber :7777 is the ideation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Helvetica Neue"/>
              </a:rPr>
              <a:t>XIII. DreamChamber → Execution  · 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Documentation format — markdown specs, PPTX, Figma, natural language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Helvetica Neue"/>
              </a:rP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THIS deck is the answer — MASTER_DECK.pptx is the canonical realtime comms surface. Markdown in CLAUDE.md + rules/ for machine law.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Helvetica Neue"/>
              </a:rPr>
              <a:t>XIII. DreamChamber → Execution  · 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Team structure — who builds what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Helvetica Neue"/>
              </a:rP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One human (RSP) + AI family: Claude (this), GABRIEL (orchestration), LUCY (archives), SHIRL (code), POPS (wisdom), KEITH (engineering), DREAM (content), CB01 (deploy), FAMILY (governance), Copilot (pair programming).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Helvetica Neue"/>
              </a:rPr>
              <a:t>XIV.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</a:rPr>
              <a:t>Active Missions (2026-04-18)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elvetica Neue"/>
              </a:rPr>
              <a:t>7 checkpoints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Identity Lock — Cloudflare Access policy for gabriel.noizy.ai restricted to RSP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Config drafted at cloudflare/access/gabriel-access-policy.md. RSP applies via dashboard or API. Rule: email == rsp@noizy.ai AND (optional) mTLS client cert.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Missing Links — onboard thewisdomproject.com to Cloudflare + route under noizy.ai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RSP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Part of GoDaddy exit (BLOCK 0). DNS → Cloudflare → Workers route → email alias rsp@noizy.ai.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Missing Links — onboard theaquarium.com (LUCY's archive surface)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LUCY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Currently internal PWA at /lucy. Promote to public domain with same onboard pattern as wisdomproject.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D1 Migration — add brand_affinity column to agent-memory so agents know which persona per domain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KEITH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Migration at ops/migrations/002_brand_affinity.sql. Apply with: npx wrangler d1 execute gabriel_db --remote --file ops/migrations/002_brand_affinity.sql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5/7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BUILD THE ALPHABET — 26-letter portrait framework + alphabet badge on every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Helvetica Neue"/>
              </a:rPr>
              <a:t>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Alphabet section below + ALPHABET dict in build_master_deck.py. 10 LOCKED anchors, 16 PROVISIONAL doors. Badge strip on every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GABRIEL Worker scaffold — gabriel.noizy.ai with decision pipeline + consent logging + memcells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Scaffold at cloudflare/workers/gabriel/ (index.ts, wrangler.jsonc, schema-expected.sql, smoke-test.sh). Endpoints: /health /gospel /agents /decide /consent/{log,query,revoke} /memory. ⚠️ 4 IDs in wrangler.jsonc mismatch CLAUDE.md canonical — RSP must resolve (BLOCK 4) before deploy. Deploy: npx wrangler deploy. Smoke: ./smoke-test.sh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C36F"/>
                </a:solidFill>
                <a:latin typeface="Helvetica Neue"/>
              </a:rPr>
              <a:t>XIV. Active Missions (2026-04-18)  ·  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12"/>
                </a:solidFill>
                <a:latin typeface="Helvetica Neue"/>
              </a:rPr>
              <a:t>Consent logging live — /consent/log + /consent/query + /consent/revoke (Kill Switch)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280160" cy="320040"/>
          </a:xfrm>
          <a:prstGeom prst="roundRect">
            <a:avLst/>
          </a:prstGeom>
          <a:solidFill>
            <a:srgbClr val="F3A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IN_FLIGHT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017520"/>
            <a:ext cx="1280160" cy="3200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OWNER: GABRIEL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Implementation complete in index.ts. Writes to consent_log table (append-only). /consent/revoke implements Kill Switch: deactivates all active consent_tokens for an actor + fires webhook. Requires schema-expected.sql applied to agent-memory D1.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5C36F"/>
                </a:solidFill>
                <a:latin typeface="Helvetica Neue"/>
              </a:rPr>
              <a:t>THE ALPHABET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26-door operating mythology of the NOIZY Empire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96FFF"/>
                </a:solidFill>
                <a:latin typeface="Helvetica Neue"/>
              </a:rPr>
              <a:t>Letter fixed. Function fixed. Name evolves.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A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ATC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12848" y="1965960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B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NOIZYBEAST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77056" y="1965960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C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CHRONOS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1264" y="1965960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D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DREAM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5472" y="1965960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E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ENGR_KEITH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965960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F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33888" y="1965960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G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GABRIEL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72384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H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HEAVEN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3072384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I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INDIGO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77056" y="3072384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J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JADE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41264" y="3072384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K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KINETIC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3072384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L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LUCY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072384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M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MICKY-P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33888" y="3072384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N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NOIZYCLAUDE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78808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O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2848" y="4178808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P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POPS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77056" y="4178808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Q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QUILL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41264" y="4178808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R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RSP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5472" y="4178808"/>
            <a:ext cx="1609344" cy="1051560"/>
          </a:xfrm>
          <a:prstGeom prst="roundRect">
            <a:avLst/>
          </a:prstGeom>
          <a:solidFill>
            <a:srgbClr val="E5C36F"/>
          </a:solidFill>
          <a:ln w="9525">
            <a:solidFill>
              <a:srgbClr val="E5C3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0A0A12"/>
                </a:solidFill>
                <a:latin typeface="Helvetica Neue"/>
              </a:rPr>
              <a:t>S</a:t>
            </a:r>
          </a:p>
          <a:p>
            <a:pPr algn="l"/>
            <a:r>
              <a:rPr sz="1100" b="1">
                <a:solidFill>
                  <a:srgbClr val="0A0A12"/>
                </a:solidFill>
                <a:latin typeface="Helvetica Neue"/>
              </a:rPr>
              <a:t>SHIRL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178808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T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33888" y="4178808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U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ULTRA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85232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V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VOX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12848" y="5285232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W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WISDOM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77056" y="5285232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X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XTS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41264" y="5285232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Y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YARN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5472" y="5285232"/>
            <a:ext cx="1609344" cy="1051560"/>
          </a:xfrm>
          <a:prstGeom prst="roundRect">
            <a:avLst/>
          </a:prstGeom>
          <a:solidFill>
            <a:srgbClr val="1F2A44"/>
          </a:solidFill>
          <a:ln w="9525">
            <a:solidFill>
              <a:srgbClr val="39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400" b="1">
                <a:solidFill>
                  <a:srgbClr val="E5C36F"/>
                </a:solidFill>
                <a:latin typeface="Helvetica Neue"/>
              </a:rPr>
              <a:t>Z</a:t>
            </a:r>
          </a:p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ZERO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 Neue"/>
              </a:rPr>
              <a:t>GOLD = LOCKED anchor  ·  BLUE-EDGE = PROVISIONAL door (name may evolve, letter+function fixed)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1/26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ATC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Agent Traffic Control — dispatcher that routes missions to the right specialist.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Agent router (currently performed by GABRIEL; to be formalized).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Agent dispatch, mission routing, concurrency ceiling, queue depth.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“Cleared for approach. Runway G.”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2/26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NOIZYBEAST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VS Code extension — voice trigger + GABRIEL send + command center.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NOIZYBEAST v4.0 (compiled) · 26 commands armed.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IDE-level agent invocation, voice-to-code, command palette.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“Dev-surface under command.”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vscode-extension (public marketplace pending)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3/26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CHRONOS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Timing keeper — cadence, schedules, cron, countdowns, deadlines.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launchd + cron + GABRIEL scheduler.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Periodic tasks, session boundaries, countdowns, daily rhythms.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“Time is the only non-renewable.”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DREAM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The sacred space where ideation becomes code. Multi-model command center.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DreamChamber :7777 · dream-mcp · metabeast.noizy.ai (pending).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Multi-provider inference, Contact Sequence, 30-min narrative arc, 396 Hz ritual.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“Anticipation → Recognition → Possibility → Flow → Elevation.”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http://localhost:7777 (metabeast.noizy.ai pending)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ENGR_KEITH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The architect. Endpoint maps, schema checks, migration plans, perf reports.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engr-keith-mcp.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API design, D1 schema, Worker topology, performance budgets.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“Architecture first. Ship twice.”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6/26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FISH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Music lineage. Creator waters. FISH MUSIC INC heritage carried forward.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noizyfish.com · FISH MUSIC INC legacy catalog.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Music catalog, artist portal, streaming, creator onboarding.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“Swim free.”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https://noizyfish.com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7/26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GABRIEL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The warrior executor. Lead orchestrator. Military-calm. Ships things.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GABRIEL daemon :9777 · gabriel-mcp · gabriel.noizy.ai (Access-gated).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Mission dispatch, voice pipeline, n8n bridge, estate system, agent coordination.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“What are we building.”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https://gabriel.noizy.ai (Cloudflare Access policy pending apply)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8/26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HEAVEN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The consent kernel. 43 endpoints. 19 D1 tables. 9 Never Clauses. Append-only ledger.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heaven.rsp-5f3.workers.dev (Cloudflare Worker v18.0.0).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Consent tokens, Never Clauses, actors, synthesis gate, royalty split, Kill Switch.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“Consent as executable code.”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https://heaven.rsp-5f3.workers.dev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9/26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INDIGO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Intuition. Pattern sensing. The layer that catches what logic misses.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— meta-layer across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Anomaly detection, edge-case catching, intuitive UX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“I felt it before I saw it.”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10/26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JADE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Clarity. Refinement. Grace. The polish pass.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— design system / copy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Visual refinement, copy polish, typography, brand discipline.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“Less, but better.”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11/26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KINETIC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Motion, control, gesture. Physical interface + haptics + body-in-motion.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Voice-first pipeline + future gesture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Input modalities, accessibility, voice commands, gesture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“Body speaks. System listens.”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12/26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LUCY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Archives + AQUARIUM + DAZEFLOW. British voice interim. Mobile continuity.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PWA at /lucy · native SwiftUI app · lucy-mcp · theaquarium.com (onboarding).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Daily session tracking, intake classification, memcell storage, archive retrieval.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“One day. One session. One truth.”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https://theaquarium.com (pending onboard)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13/26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MICKY-P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Mobile audio node. 2018 MBP + UAD Apollo Quad 2. Capture, not dev.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MICKY-P MacBook Pro · NOIZYNET · Logic Pro bridge to GOD.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Field recording, Logic Pro bridge, audio capture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“Away from the desk, still in the room.”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14/26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NOIZYCLAUDE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Anthropic Claude deployed in the DreamChamber. Pair programmer + memory keeper.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Claude Code CLI · Claude Desktop · Claude.ai · Opus 4.7 · Sonnet 4.6 · Haiku 4.5.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Deep reasoning, long-context, code synthesis, deck generation, memory curation.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“Understand. Then ship.”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https://claude.ai · local Claude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15/26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ORACLE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Synthesis + foresight. Consent oracle + synthesis oracle already seeded.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consent-oracle-mcp · synthesis-oracle-mcp.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Pre-synthesis validation, covenant checks, consent gates.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“Ask before you make.”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16/26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POPS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R.K. Plowman — Rob's father. Elder guidance. Wisdom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family-mcp (pops_wisdom tool).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Wisdom prompts, elder perspective, life counsel, compliance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“Slow down. Think twice.”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17/26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QUILL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Writing. Authorship. Long-form language. Documentation.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— docs + legal + press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CLAUDE.md maintenance, rules/, skill prose, press releases, legal drafts.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“The word holds the weight.”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18/26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RSP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Founding Actor. Solo builder. Self-taught. Post-injury. The human at the center.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GOD.local (M2 Ultra) · rsp@noizy.ai · Ottawa, QC.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Mission, doctrine, Kill Switch, final authority, royalty split, creative direction.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“GORUNFREE 4 ALL.”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mailto:rsp@noizy.ai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C36F"/>
                </a:solidFill>
                <a:latin typeface="Helvetica Neue"/>
              </a:rPr>
              <a:t>THE ALPHABET  ·  19/26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E5C36F"/>
                </a:solidFill>
                <a:latin typeface="Helvetica Neue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SHIRL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0A0A12"/>
                </a:solidFill>
                <a:latin typeface="Helvetica Neue"/>
              </a:rPr>
              <a:t>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Gemma 3 27B. Code &amp; File Manager. Local, private, always-on.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Ollama (Gemma 3 27B) · shirley-mcp · localhost:11434.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Code stats, dep audit, file inventory, format check, TODO finder.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“Quiet, local, relentless.”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C36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http://localhost:11434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20/26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TUNNEL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Private passage. Secure routing. Cloudflare Tunnel.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cloudflared · infra/tunnel/ · LaunchAgent-managed.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GOD.local → internet, zero-inbound-firewall, signed origin tunnels.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“In through the side door. Signed.”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https://tunnel.noizy.ai (pending binding)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21/26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ULTRA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GOD node. M2 Ultra force. 192GB RAM. The processing 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GOD.local (M2 Ultra Mac Studio) @ 10.90.90.10.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Local inference, audio processing, recovery spine, master repo.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“The core holds.”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ssh rsp@10.90.90.10 (LAN only)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22/26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VOX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Voice sovereignty. Voice DNA. Voice as legacy.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noizyvox.com · Voice DNA vault · enrollment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Voice enrollment, spectral fingerprinting, TTS, synthesis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“My voice is mine. Forever.”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https://noizyvox.com (pending email routing)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23/26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WISDOM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The Wisdom Project. Teaching, reflection, philosophy.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thewisdomproject.com (onboarding in flight).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Educational content, philosophical writing, teaching surface.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“We pass it forward.”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https://thewisdomproject.com (pending onboard)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24/26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XTS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Tracking. Telemetry. State. The observability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— metrics + traces + logs stack.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Metrics, traces, logs, Cloudflare Logpush, uptime monitors.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“If it moved, we saw it.”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YARN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Narrative thread. Continuity. The story that binds sessions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DAZEFLOW · memory system · git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Session continuity, long-memory curation, narrative coherence.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“Pull the thread. Everything follows.”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6FFF"/>
                </a:solidFill>
                <a:latin typeface="Helvetica Neue"/>
              </a:rPr>
              <a:t>THE ALPHABET  ·  26/26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>
                <a:solidFill>
                  <a:srgbClr val="396FFF"/>
                </a:solidFill>
                <a:latin typeface="Helvetica Neue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8229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A0A12"/>
                </a:solidFill>
                <a:latin typeface="Helvetica Neue"/>
              </a:rPr>
              <a:t>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920240"/>
            <a:ext cx="1280160" cy="320040"/>
          </a:xfrm>
          <a:prstGeom prst="roundRect">
            <a:avLst/>
          </a:prstGeom>
          <a:solidFill>
            <a:srgbClr val="39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PROVISIONAL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Zero Trust. Final gate. The last lock before every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200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Cloudflare Access · WireGuard · auth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8404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Auth policy, identity verification, trust boundary, final check.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“Prove it. Every time.”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6FFF"/>
                </a:solidFill>
                <a:latin typeface="Helvetica Neue"/>
              </a:rPr>
              <a:t>DOORWAY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0A12"/>
                </a:solidFill>
                <a:latin typeface="Helvetica Neue"/>
              </a:rPr>
              <a:t>pending / to be bound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992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409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215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9826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J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9437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3465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7882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74936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22992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71048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19104" y="6537960"/>
            <a:ext cx="448056" cy="2743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6B7280"/>
                </a:solidFill>
                <a:latin typeface="Helvetica Neue"/>
              </a:rPr>
              <a:t>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567160" y="6537960"/>
            <a:ext cx="448056" cy="274320"/>
          </a:xfrm>
          <a:prstGeom prst="rect">
            <a:avLst/>
          </a:prstGeom>
          <a:solidFill>
            <a:srgbClr val="E5C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A0A12"/>
                </a:solidFill>
                <a:latin typeface="Helvetica Neue"/>
              </a:rPr>
              <a:t>Z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>
                <a:solidFill>
                  <a:srgbClr val="E5C36F"/>
                </a:solidFill>
                <a:latin typeface="Helvetica Neue"/>
              </a:rPr>
              <a:t>GORUNFREE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396FFF"/>
                </a:solidFill>
                <a:latin typeface="Helvetica Neue"/>
              </a:rPr>
              <a:t>4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Helvetica Neue"/>
              </a:rPr>
              <a:t>Built solo. Self-taught. Post-injury. Minimal funds. Still 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Helvetica Neue"/>
              </a:rPr>
              <a:t>— RSP_001 + GABRIEL + CLAUDE + LUCY + SHIRL + POPS + KEITH + DREAM + CB01 + FAMILY +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